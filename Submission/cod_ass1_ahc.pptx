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B63588-2CCB-47BE-8BB0-4762DFD2BD23}">
  <a:tblStyle styleId="{64B63588-2CCB-47BE-8BB0-4762DFD2BD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b6e1dfc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b6e1dfc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b6e1dfc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b6e1dfc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b6e1dfc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b6e1dfc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b6e1dfc1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b6e1dfc1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b6e1dfc1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b6e1dfc1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b6e1dfc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b6e1dfc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b6e1dfc1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b6e1dfc1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271dbea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271dbea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271dbea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271dbea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271dbea5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271dbea5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c271dbea5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c271dbea5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b83dc1f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b83dc1f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271dbea5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271dbea5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271dbea5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c271dbea5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271dbea5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271dbea5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271dbea5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271dbea5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271dbea5d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271dbea5d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271dbea5d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271dbea5d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271dbea5d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271dbea5d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c271dbea5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c271dbea5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271dbea5d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c271dbea5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b83dc1fb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b83dc1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b83dc1f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b83dc1f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271dbea5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c271dbea5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b83dc1fb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6b83dc1fb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c2863ed78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c2863ed78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c2863ed7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c2863ed7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lab.research.google.com/drive/16eGzYeSrnq7fIQh6Egwx_vE9nq39v0qI?usp=sharing" TargetMode="External"/><Relationship Id="rId4" Type="http://schemas.openxmlformats.org/officeDocument/2006/relationships/hyperlink" Target="https://colab.research.google.com/drive/1CI334W2izLAfFsuPm1Z3j70ooxZ_3LwH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AKHIL (BM20BTECH11001)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YASHAS (AI20BTECH11027)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1a)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50" y="1423350"/>
            <a:ext cx="3741524" cy="29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1b)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921" y="1449246"/>
            <a:ext cx="3700826" cy="28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1c)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98" y="1296875"/>
            <a:ext cx="44840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 0.001 (Question 2a)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73" y="1397475"/>
            <a:ext cx="4326475" cy="329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 0.01 (Question 2a)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25" y="1468675"/>
            <a:ext cx="4404725" cy="33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 0.1 (best value, found by hit and trail!) - Question 2a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00" y="1358675"/>
            <a:ext cx="4520475" cy="3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 0.5 (Question 2a)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00" y="1311325"/>
            <a:ext cx="43434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2c (Min max normalization)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i) 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73" y="1245350"/>
            <a:ext cx="4981151" cy="36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2c (Mean normalization)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ii)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83" y="1263573"/>
            <a:ext cx="4858092" cy="36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folds, outputs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2512558" cy="19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712" y="1204900"/>
            <a:ext cx="2512575" cy="19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9741" y="1152475"/>
            <a:ext cx="2512558" cy="19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925" y="3066800"/>
            <a:ext cx="2650275" cy="198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7593" y="3066788"/>
            <a:ext cx="2512600" cy="191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 learning rate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098" y="1175325"/>
            <a:ext cx="4424050" cy="337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150" y="2145600"/>
            <a:ext cx="3387000" cy="11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Poly decay</a:t>
            </a:r>
            <a:r>
              <a:rPr lang="en"/>
              <a:t> learning rate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23" y="1207725"/>
            <a:ext cx="4484025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575" y="2180049"/>
            <a:ext cx="4091575" cy="12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trails results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Clearly, Model is overfitting! We need to regularise!</a:t>
            </a:r>
            <a:endParaRPr/>
          </a:p>
        </p:txBody>
      </p:sp>
      <p:graphicFrame>
        <p:nvGraphicFramePr>
          <p:cNvPr id="145" name="Google Shape;145;p26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{64B63588-2CCB-47BE-8BB0-4762DFD2BD23}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poly decay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 decay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Rmse 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Rmse val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layers model architecture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473" y="1152475"/>
            <a:ext cx="44840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layers model architecture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323" y="1212750"/>
            <a:ext cx="44840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r>
              <a:rPr lang="en"/>
              <a:t> layers model architecture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396" y="1506413"/>
            <a:ext cx="3554950" cy="270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architecture is 3 layers, 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nodes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nodes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nodes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Rmse train: 0.27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Rmse val: 0.59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Still, clearly, its overfitting, so we have to regularize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 (param=0.04)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Train rmse: 0.25, val rmse: 0.3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996" y="1214975"/>
            <a:ext cx="3706874" cy="28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 (param=0.1)</a:t>
            </a: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73" y="1055450"/>
            <a:ext cx="4724094" cy="347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437175" y="4466725"/>
            <a:ext cx="41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rmse: 0.3692, val rmse: 0.3718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 (param=0.005)</a:t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72" y="1177500"/>
            <a:ext cx="4409301" cy="318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/>
        </p:nvSpPr>
        <p:spPr>
          <a:xfrm>
            <a:off x="437175" y="4466725"/>
            <a:ext cx="41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rmse: 0.3260, val rmse: 0.3597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(param=0.04)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Train rmse: 0.35, val rmse: 0.4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124" y="1017725"/>
            <a:ext cx="3586026" cy="27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(param=0.1)</a:t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25" y="1223722"/>
            <a:ext cx="4169425" cy="31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 txBox="1"/>
          <p:nvPr/>
        </p:nvSpPr>
        <p:spPr>
          <a:xfrm>
            <a:off x="437175" y="4466725"/>
            <a:ext cx="41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rmse: 0.4896, val rmse: 0.4689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(param=0.005)</a:t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75" y="1080422"/>
            <a:ext cx="4309075" cy="32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6"/>
          <p:cNvSpPr txBox="1"/>
          <p:nvPr/>
        </p:nvSpPr>
        <p:spPr>
          <a:xfrm>
            <a:off x="437175" y="4466725"/>
            <a:ext cx="41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rmse: 0.3433, val rmse: 0.3526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dropout regularization</a:t>
            </a: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00" y="1138697"/>
            <a:ext cx="4309075" cy="32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/>
        </p:nvSpPr>
        <p:spPr>
          <a:xfrm>
            <a:off x="437175" y="4466725"/>
            <a:ext cx="41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Train rmse: 0.3348, val rmse: 0.3580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Regularization needed, as data is less, model is complex, and o</a:t>
            </a:r>
            <a:r>
              <a:rPr lang="en"/>
              <a:t>verfitting!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37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above graphs, we can see that L2 regularization with L2 parameter = 0.04 gives best performance due to lower validation rmse compared to training rmse (graph plotted in the previous slides).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 of optimal model</a:t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865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input layer, hidden layer 1 (20 neurons: regularization), hidden layer 2 (12 neurons: regularization), 1 output layer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L2 parameters: 0.04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code	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https://colab.research.google.com/drive/16eGzYeSrnq7fIQh6Egwx_vE9nq39v0qI?usp=sharing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https://colab.research.google.com/drive/1CI334W2izLAfFsuPm1Z3j70ooxZ_3LwH?usp=sharing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